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PetVerse 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Seed Round –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خانه دوم پت‌دارها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Super-App: Social + VetCare + Commerce + Insurance + AI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FA / EN / AR – Launch: Iran/TR → UAE → UK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petverse.app • github.com/maryamghabel3-debug/PETVERSE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مشکل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Problem – $180B global pet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120M+ خانوار پت‌دار در MENA+EU – بازار پراکنده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دامپزشک آنلاین قابل اعتماد کم است – تله‌مدیسن ناهماهنگ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خرید لوازم پت: قیمت‌گذاری غیرشفاف، جستجوی سخت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بیمه پت: نفوذ &lt;5% در MENA، &gt;40% در UK – فرصت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جامعه صمیمی فارسی‌زبان وجود ندارد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راه‌حل PetVerse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PetConnect: شبکه اجتماعی صمیمی + Nearby opt-in + رویداد محلی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PetPal AI: تریاژ GPT-4o RAG – FA/EN – red-flag 96%+ recall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VetCare Hub: نوبت آنلاین + LiveKit ویدیو + e-prescription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Commerce هوشمند: Visual Search CLIP + Best Price Assist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Insurance Marketplace: Lemonade / Cover Genius API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مدل درآمد شفاف: 5-8% تراکنش، 15% VetCare، SaaS، Opt-in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محصول – Live Demo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Web: Next.js 14 – app.petverse.ir – RTL کامل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iOS/Android: Expo React Native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Admin: KPI شفاف real-time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API: 12+ endpoint – docs open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AI: 200 مقاله RAG فارسی دامپزشکی – GPT-4o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LiveKit ویدیوویزیت – e-prescription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بازار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TAM: $180B جهانی – $12B MENA – $3.2B UK insurance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SAM Year1: UAE $340M + Iran $420M (affiliate) + TR $280M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SOM Year1: $4.2M GMV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CAC: $7.5 (social organic)، LTV: $124 → LTV/CAC 16.5x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Traction – 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Beta users: 500 FA – WAU/MAU 38%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PetPal triage: 2,100 Query – red-flag recall 100%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Triage → Booking conversion: 19.4%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10 کلینیک anchor تهران/دبی onboarded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GitHub: v1.0 Full – 7 Agent – 120+ files – Open source 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مدل درآمد شفاف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Commerce take rate 5-8% – GMV Y1 $4.2M → $273k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VetCare 15% commission / SaaS $99/mo/clinic → $180k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اشتراک حرفه‌ای Vet Pro → $120k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Insurance referral 12% → $95k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Data marketplace Opt-in anonymized + revenue-share → $60k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جمع Y1: ~$728k revenue – gross margin 71%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مزیت تکنولوژی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PetPal RAG FA – 200 مقاله دامپزشکی فارسی – unique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Visual Search CLIP + FAISS – pet products vertical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زنجیره خودکار: Triage → Booking → Insurance → Commerce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Privacy-first: geofuzzing، E2E chat، GDPR/HIPAA-aligned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Monorepo Turbo – 9 services – deploy &lt;4min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Agent Team – 7 autonomous agents – velocity 3x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Phase1 FA: ایران – Social+AI – 0→50k users – Telegram/IG influencers پت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Phase1 INT: UAE – Social+VetCare+Commerce – 10 anchor clinics Dubai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Phase2: UK – Insurance module – partner Cover Genius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Community Hosts: 20 سفیر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رویداد Park Walk هفتگی – چک‌این QR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رقابت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Chewy (US) – فقط commerce – ما Social+AI داریم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TrustedHousesitters – social سبک – بدون VetCare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FirstVet (SE) – تله‌مدیسن – بدون commerce/social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PetCube – IoT – vertical باریک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مزیت ما: Super-App کامل + فارسی First + AI triage رایگان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تیم و درخواست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تیم: PM/Founder – ایران/ترکیه/سوئد – Full-stack + AI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Execution: 7 Agent autonomous – Agent Mode Arena.ai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Advisor Vet: دکتر … (در حال نهایی)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Ask: Seed $650k – 18 ماه runway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استفاده: 45% تیم، 25% مارکتینگ، 20% Infra/AI، 10% Legal/Compliance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Milestone 12 ماه: 85k MAU، 120 کلینیک، $1.8M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4A"/>
                </a:solidFill>
              </a:defRPr>
            </a:pPr>
            <a:r>
              <a:t>PetVerse 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Thank you –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خانه دوم پت‌دارها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demo: https://petverse-xxx.vercel.app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github.com/maryamghabel3-debug/PETVERSE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تماس: hello@petverse.app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بیاین با هم دنیای پت‌دارها رو بسازیم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