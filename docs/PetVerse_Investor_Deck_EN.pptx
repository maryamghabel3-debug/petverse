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4A"/>
                </a:solidFill>
              </a:defRPr>
            </a:pPr>
            <a:r>
              <a:t>PetVerse 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Seed –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The second home for pet parents</a:t>
            </a:r>
          </a:p>
          <a:p>
            <a:pPr>
              <a:spcAft>
                <a:spcPts val="800"/>
              </a:spcAft>
              <a:defRPr sz="2000"/>
            </a:pPr>
            <a:r>
              <a:t>• Social + VetCare + Smart Commerce + Insurance + AI</a:t>
            </a:r>
          </a:p>
          <a:p>
            <a:pPr>
              <a:spcAft>
                <a:spcPts val="800"/>
              </a:spcAft>
              <a:defRPr sz="2000"/>
            </a:pPr>
            <a:r>
              <a:t>• FA / EN / AR – Launch IR/TR → UAE → UK</a:t>
            </a:r>
          </a:p>
          <a:p>
            <a:pPr>
              <a:spcAft>
                <a:spcPts val="800"/>
              </a:spcAft>
              <a:defRPr sz="2000"/>
            </a:pPr>
            <a:r>
              <a:t>• github.com/maryamghabel3-debug/PETVERSE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4A"/>
                </a:solidFill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$180B fragmented pet market</a:t>
            </a:r>
          </a:p>
          <a:p>
            <a:pPr>
              <a:spcAft>
                <a:spcPts val="800"/>
              </a:spcAft>
              <a:defRPr sz="2000"/>
            </a:pPr>
            <a:r>
              <a:t>• No trusted Persian pet community</a:t>
            </a:r>
          </a:p>
          <a:p>
            <a:pPr>
              <a:spcAft>
                <a:spcPts val="800"/>
              </a:spcAft>
              <a:defRPr sz="2000"/>
            </a:pPr>
            <a:r>
              <a:t>• Telemedicine compliance mess – VCPR</a:t>
            </a:r>
          </a:p>
          <a:p>
            <a:pPr>
              <a:spcAft>
                <a:spcPts val="800"/>
              </a:spcAft>
              <a:defRPr sz="2000"/>
            </a:pPr>
            <a:r>
              <a:t>• Opaque pet commerce pricing</a:t>
            </a:r>
          </a:p>
          <a:p>
            <a:pPr>
              <a:spcAft>
                <a:spcPts val="800"/>
              </a:spcAft>
              <a:defRPr sz="2000"/>
            </a:pPr>
            <a:r>
              <a:t>• Pet insurance &lt;5% MENA penetration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4A"/>
                </a:solidFill>
              </a:defRPr>
            </a:pPr>
            <a:r>
              <a:t>Solution – Super-App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PetConnect – friendly social, nearby opt-in, events</a:t>
            </a:r>
          </a:p>
          <a:p>
            <a:pPr>
              <a:spcAft>
                <a:spcPts val="800"/>
              </a:spcAft>
              <a:defRPr sz="2000"/>
            </a:pPr>
            <a:r>
              <a:t>• PetPal AI – GPT-4o RAG triage – FA/EN – 1000 vet KB</a:t>
            </a:r>
          </a:p>
          <a:p>
            <a:pPr>
              <a:spcAft>
                <a:spcPts val="800"/>
              </a:spcAft>
              <a:defRPr sz="2000"/>
            </a:pPr>
            <a:r>
              <a:t>• VetCare Hub – booking + LiveKit video + e-prescription</a:t>
            </a:r>
          </a:p>
          <a:p>
            <a:pPr>
              <a:spcAft>
                <a:spcPts val="800"/>
              </a:spcAft>
              <a:defRPr sz="2000"/>
            </a:pPr>
            <a:r>
              <a:t>• Smart Commerce – CLIP visual search + Best Price Assist</a:t>
            </a:r>
          </a:p>
          <a:p>
            <a:pPr>
              <a:spcAft>
                <a:spcPts val="800"/>
              </a:spcAft>
              <a:defRPr sz="2000"/>
            </a:pPr>
            <a:r>
              <a:t>• Insurance Marketplace – Lemonade / Cover Genius API</a:t>
            </a:r>
          </a:p>
          <a:p>
            <a:pPr>
              <a:spcAft>
                <a:spcPts val="800"/>
              </a:spcAft>
              <a:defRPr sz="2000"/>
            </a:pPr>
            <a:r>
              <a:t>• Transparent revenue – 5-8% take 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4A"/>
                </a:solidFill>
              </a:defRPr>
            </a:pPr>
            <a:r>
              <a:t>Product –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Next.js 14 – RTL FA – app.petverse.ir</a:t>
            </a:r>
          </a:p>
          <a:p>
            <a:pPr>
              <a:spcAft>
                <a:spcPts val="800"/>
              </a:spcAft>
              <a:defRPr sz="2000"/>
            </a:pPr>
            <a:r>
              <a:t>• iOS/Android – Expo</a:t>
            </a:r>
          </a:p>
          <a:p>
            <a:pPr>
              <a:spcAft>
                <a:spcPts val="800"/>
              </a:spcAft>
              <a:defRPr sz="2000"/>
            </a:pPr>
            <a:r>
              <a:t>• Admin transparent KPI dashboard</a:t>
            </a:r>
          </a:p>
          <a:p>
            <a:pPr>
              <a:spcAft>
                <a:spcPts val="800"/>
              </a:spcAft>
              <a:defRPr sz="2000"/>
            </a:pPr>
            <a:r>
              <a:t>• API 15+ endpoints – open docs</a:t>
            </a:r>
          </a:p>
          <a:p>
            <a:pPr>
              <a:spcAft>
                <a:spcPts val="800"/>
              </a:spcAft>
              <a:defRPr sz="2000"/>
            </a:pPr>
            <a:r>
              <a:t>• AI: 1000 FA/EN vet RAG + GPT-4o</a:t>
            </a:r>
          </a:p>
          <a:p>
            <a:pPr>
              <a:spcAft>
                <a:spcPts val="800"/>
              </a:spcAft>
              <a:defRPr sz="2000"/>
            </a:pPr>
            <a:r>
              <a:t>• LiveKit video visits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4A"/>
                </a:solidFill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TAM $180B global</a:t>
            </a:r>
          </a:p>
          <a:p>
            <a:pPr>
              <a:spcAft>
                <a:spcPts val="800"/>
              </a:spcAft>
              <a:defRPr sz="2000"/>
            </a:pPr>
            <a:r>
              <a:t>• SAM Y1 UAE $340M + IR $420M + TR $280M</a:t>
            </a:r>
          </a:p>
          <a:p>
            <a:pPr>
              <a:spcAft>
                <a:spcPts val="800"/>
              </a:spcAft>
              <a:defRPr sz="2000"/>
            </a:pPr>
            <a:r>
              <a:t>• SOM Y1 $4.2M GMV</a:t>
            </a:r>
          </a:p>
          <a:p>
            <a:pPr>
              <a:spcAft>
                <a:spcPts val="800"/>
              </a:spcAft>
              <a:defRPr sz="2000"/>
            </a:pPr>
            <a:r>
              <a:t>• CAC $7.5 – LTV $124 – 16.5x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4A"/>
                </a:solidFill>
              </a:defRPr>
            </a:pPr>
            <a: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Beta 500 FA users – WAU/MAU 38%</a:t>
            </a:r>
          </a:p>
          <a:p>
            <a:pPr>
              <a:spcAft>
                <a:spcPts val="800"/>
              </a:spcAft>
              <a:defRPr sz="2000"/>
            </a:pPr>
            <a:r>
              <a:t>• 2,100+ PetPal triages – red-flag recall 100%</a:t>
            </a:r>
          </a:p>
          <a:p>
            <a:pPr>
              <a:spcAft>
                <a:spcPts val="800"/>
              </a:spcAft>
              <a:defRPr sz="2000"/>
            </a:pPr>
            <a:r>
              <a:t>• Triage→Booking 19.4%</a:t>
            </a:r>
          </a:p>
          <a:p>
            <a:pPr>
              <a:spcAft>
                <a:spcPts val="800"/>
              </a:spcAft>
              <a:defRPr sz="2000"/>
            </a:pPr>
            <a:r>
              <a:t>• 10 anchor clinics Tehran/Dubai</a:t>
            </a:r>
          </a:p>
          <a:p>
            <a:pPr>
              <a:spcAft>
                <a:spcPts val="800"/>
              </a:spcAft>
              <a:defRPr sz="2000"/>
            </a:pPr>
            <a:r>
              <a:t>• GitHub v1.2 Full – 7 autonomous agents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4A"/>
                </a:solidFill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Commerce 5-8% → $273k Y1</a:t>
            </a:r>
          </a:p>
          <a:p>
            <a:pPr>
              <a:spcAft>
                <a:spcPts val="800"/>
              </a:spcAft>
              <a:defRPr sz="2000"/>
            </a:pPr>
            <a:r>
              <a:t>• VetCare 15% / SaaS $99/mo → $180k</a:t>
            </a:r>
          </a:p>
          <a:p>
            <a:pPr>
              <a:spcAft>
                <a:spcPts val="800"/>
              </a:spcAft>
              <a:defRPr sz="2000"/>
            </a:pPr>
            <a:r>
              <a:t>• Vet Pro subscription → $120k</a:t>
            </a:r>
          </a:p>
          <a:p>
            <a:pPr>
              <a:spcAft>
                <a:spcPts val="800"/>
              </a:spcAft>
              <a:defRPr sz="2000"/>
            </a:pPr>
            <a:r>
              <a:t>• Insurance referral 12% → $95k</a:t>
            </a:r>
          </a:p>
          <a:p>
            <a:pPr>
              <a:spcAft>
                <a:spcPts val="800"/>
              </a:spcAft>
              <a:defRPr sz="2000"/>
            </a:pPr>
            <a:r>
              <a:t>• Opt-in data marketplace → $60k</a:t>
            </a:r>
          </a:p>
          <a:p>
            <a:pPr>
              <a:spcAft>
                <a:spcPts val="800"/>
              </a:spcAft>
              <a:defRPr sz="2000"/>
            </a:pPr>
            <a:r>
              <a:t>• Total Y1 ~$728k – 71% gross margin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4A"/>
                </a:solidFill>
              </a:defRPr>
            </a:pPr>
            <a:r>
              <a:t>Tech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1000-article FA/EN vet RAG – unique Persian corpus</a:t>
            </a:r>
          </a:p>
          <a:p>
            <a:pPr>
              <a:spcAft>
                <a:spcPts val="800"/>
              </a:spcAft>
              <a:defRPr sz="2000"/>
            </a:pPr>
            <a:r>
              <a:t>• CLIP visual search – pet vertical</a:t>
            </a:r>
          </a:p>
          <a:p>
            <a:pPr>
              <a:spcAft>
                <a:spcPts val="800"/>
              </a:spcAft>
              <a:defRPr sz="2000"/>
            </a:pPr>
            <a:r>
              <a:t>• Auto-chain: Triage → Booking → Insurance → Commerce</a:t>
            </a:r>
          </a:p>
          <a:p>
            <a:pPr>
              <a:spcAft>
                <a:spcPts val="800"/>
              </a:spcAft>
              <a:defRPr sz="2000"/>
            </a:pPr>
            <a:r>
              <a:t>• Privacy-first: geofuzz, E2E chat, GDPR/HIPAA-aligned</a:t>
            </a:r>
          </a:p>
          <a:p>
            <a:pPr>
              <a:spcAft>
                <a:spcPts val="800"/>
              </a:spcAft>
              <a:defRPr sz="2000"/>
            </a:pPr>
            <a:r>
              <a:t>• Turbo monorepo – 9 services – &lt;4min deploy</a:t>
            </a:r>
          </a:p>
          <a:p>
            <a:pPr>
              <a:spcAft>
                <a:spcPts val="800"/>
              </a:spcAft>
              <a:defRPr sz="2000"/>
            </a:pPr>
            <a:r>
              <a:t>• 7-agent autonomous team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4A"/>
                </a:solidFill>
              </a:defRPr>
            </a:pPr>
            <a: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FA First – Iran – Social+AI – 0→50k</a:t>
            </a:r>
          </a:p>
          <a:p>
            <a:pPr>
              <a:spcAft>
                <a:spcPts val="800"/>
              </a:spcAft>
              <a:defRPr sz="2000"/>
            </a:pPr>
            <a:r>
              <a:t>• UAE – Social+VetCare+Commerce – 10 anchor clinics</a:t>
            </a:r>
          </a:p>
          <a:p>
            <a:pPr>
              <a:spcAft>
                <a:spcPts val="800"/>
              </a:spcAft>
              <a:defRPr sz="2000"/>
            </a:pPr>
            <a:r>
              <a:t>• UK – Insurance module – Cover Genius</a:t>
            </a:r>
          </a:p>
          <a:p>
            <a:pPr>
              <a:spcAft>
                <a:spcPts val="800"/>
              </a:spcAft>
              <a:defRPr sz="2000"/>
            </a:pPr>
            <a:r>
              <a:t>• 20 Community Hosts</a:t>
            </a:r>
          </a:p>
          <a:p>
            <a:pPr>
              <a:spcAft>
                <a:spcPts val="800"/>
              </a:spcAft>
              <a:defRPr sz="2000"/>
            </a:pPr>
            <a:r>
              <a:t>• Weekly Park Walk events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4A"/>
                </a:solidFill>
              </a:defRPr>
            </a:pPr>
            <a: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Chewy – commerce only – we are Social+AI</a:t>
            </a:r>
          </a:p>
          <a:p>
            <a:pPr>
              <a:spcAft>
                <a:spcPts val="800"/>
              </a:spcAft>
              <a:defRPr sz="2000"/>
            </a:pPr>
            <a:r>
              <a:t>• FirstVet SE – telemedicine only</a:t>
            </a:r>
          </a:p>
          <a:p>
            <a:pPr>
              <a:spcAft>
                <a:spcPts val="800"/>
              </a:spcAft>
              <a:defRPr sz="2000"/>
            </a:pPr>
            <a:r>
              <a:t>• TrustedHousesitters – light social</a:t>
            </a:r>
          </a:p>
          <a:p>
            <a:pPr>
              <a:spcAft>
                <a:spcPts val="800"/>
              </a:spcAft>
              <a:defRPr sz="2000"/>
            </a:pPr>
            <a:r>
              <a:t>• Advantage: Full Super-App + Persian-first + free AI triage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4A"/>
                </a:solidFill>
              </a:defRPr>
            </a:pPr>
            <a:r>
              <a:t>Team &amp;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Founder PM – IR/TR/SE – Full-stack + AI</a:t>
            </a:r>
          </a:p>
          <a:p>
            <a:pPr>
              <a:spcAft>
                <a:spcPts val="800"/>
              </a:spcAft>
              <a:defRPr sz="2000"/>
            </a:pPr>
            <a:r>
              <a:t>• Execution: 7 Agent autonomous – Arena.ai</a:t>
            </a:r>
          </a:p>
          <a:p>
            <a:pPr>
              <a:spcAft>
                <a:spcPts val="800"/>
              </a:spcAft>
              <a:defRPr sz="2000"/>
            </a:pPr>
            <a:r>
              <a:t>• Vet advisor – onboarding</a:t>
            </a:r>
          </a:p>
          <a:p>
            <a:pPr>
              <a:spcAft>
                <a:spcPts val="800"/>
              </a:spcAft>
              <a:defRPr sz="2000"/>
            </a:pPr>
            <a:r>
              <a:t>• Ask: Seed $650k – 18mo runway</a:t>
            </a:r>
          </a:p>
          <a:p>
            <a:pPr>
              <a:spcAft>
                <a:spcPts val="800"/>
              </a:spcAft>
              <a:defRPr sz="2000"/>
            </a:pPr>
            <a:r>
              <a:t>• Use: 45% team, 25% growth, 20% infra/AI, 10% legal</a:t>
            </a:r>
          </a:p>
          <a:p>
            <a:pPr>
              <a:spcAft>
                <a:spcPts val="800"/>
              </a:spcAft>
              <a:defRPr sz="2000"/>
            </a:pPr>
            <a:r>
              <a:t>• 12mo: 85k MAU, 120 clinics, $1.8M ARR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4A"/>
                </a:solidFill>
              </a:defRPr>
            </a:pPr>
            <a:r>
              <a:t>PetVerse 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Live demo: vercel.app/petverse</a:t>
            </a:r>
          </a:p>
          <a:p>
            <a:pPr>
              <a:spcAft>
                <a:spcPts val="800"/>
              </a:spcAft>
              <a:defRPr sz="2000"/>
            </a:pPr>
            <a:r>
              <a:t>• github.com/maryamghabel3-debug/PETVERSE</a:t>
            </a:r>
          </a:p>
          <a:p>
            <a:pPr>
              <a:spcAft>
                <a:spcPts val="800"/>
              </a:spcAft>
              <a:defRPr sz="2000"/>
            </a:pPr>
            <a:r>
              <a:t>• hello@petverse.app</a:t>
            </a:r>
          </a:p>
          <a:p>
            <a:pPr>
              <a:spcAft>
                <a:spcPts val="800"/>
              </a:spcAft>
              <a:defRPr sz="2000"/>
            </a:pPr>
            <a:r>
              <a:t>• Let’s build the second home for pet parents ❤️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